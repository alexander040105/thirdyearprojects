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74088-0129-4D24-994A-FB687CD55EB5}" type="datetimeFigureOut">
              <a:rPr lang="en-PH" smtClean="0"/>
              <a:t>12/01/2026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B850A-22A6-47DB-8571-657AFCE0000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8290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6B850A-22A6-47DB-8571-657AFCE0000E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53126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65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579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16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58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8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9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68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4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17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7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743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12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45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21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99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80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8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../../OneDrive/Documents/Application%20&amp;%20Evaluation.pdf" TargetMode="External"/><Relationship Id="rId2" Type="http://schemas.openxmlformats.org/officeDocument/2006/relationships/hyperlink" Target="../../../OneDrive/Documents/Concepts%20&amp;%20Principles%20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../../../OneDrive/Documents/Focus%20on%20Real-World%20Systems%20Used%20by%20Students%20.pd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../../../OneDrive/Documents/The%20User-Centered%20Design%20Process%20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../../../OneDrive/Documents/This%20diagram%20shows%20the%20user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../../../OneDrive/Documents/Real%20Student-System%20Examples%20(Concrete%20&amp;%20Relatable)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../../../OneDrive/Documents/Types%20of%20Interaction%20in%20Human-Computer%20Interaction%20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../../../OneDrive/Documents/Hands-On%20Activity%20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75362"/>
          </a:xfrm>
        </p:spPr>
        <p:txBody>
          <a:bodyPr>
            <a:normAutofit/>
          </a:bodyPr>
          <a:lstStyle/>
          <a:p>
            <a:pPr algn="ctr"/>
            <a:r>
              <a:rPr sz="72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Human Computer </a:t>
            </a:r>
            <a:r>
              <a:rPr lang="en-PH" sz="72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Interaction</a:t>
            </a:r>
            <a:r>
              <a:rPr sz="7200" dirty="0" smtClean="0">
                <a:solidFill>
                  <a:schemeClr val="tx1"/>
                </a:solidFill>
                <a:latin typeface="Algerian" panose="04020705040A02060702" pitchFamily="82" charset="0"/>
              </a:rPr>
              <a:t> 2</a:t>
            </a:r>
            <a:endParaRPr sz="72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Outcomes (OBE)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89200"/>
            <a:ext cx="8107680" cy="3530600"/>
          </a:xfrm>
        </p:spPr>
        <p:txBody>
          <a:bodyPr>
            <a:normAutofit/>
          </a:bodyPr>
          <a:lstStyle/>
          <a:p>
            <a:r>
              <a:rPr sz="2400" dirty="0"/>
              <a:t>CO1: Apply advanced HCI principles in system design</a:t>
            </a:r>
          </a:p>
          <a:p>
            <a:r>
              <a:rPr sz="2400" dirty="0"/>
              <a:t>CO2: Evaluate usability and UX of interactive systems</a:t>
            </a:r>
          </a:p>
          <a:p>
            <a:r>
              <a:rPr sz="2400" dirty="0"/>
              <a:t>CO3: Design user-centered and accessible interfaces</a:t>
            </a:r>
          </a:p>
          <a:p>
            <a:r>
              <a:rPr sz="2400" dirty="0"/>
              <a:t>CO4: Develop prototypes based on user needs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HCI 1 to HCI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89200"/>
            <a:ext cx="8463280" cy="4135120"/>
          </a:xfrm>
        </p:spPr>
        <p:txBody>
          <a:bodyPr>
            <a:normAutofit/>
          </a:bodyPr>
          <a:lstStyle/>
          <a:p>
            <a:r>
              <a:rPr sz="4000" dirty="0">
                <a:hlinkClick r:id="rId2" action="ppaction://hlinkfile"/>
              </a:rPr>
              <a:t>HCI 1: Concepts &amp; Principles</a:t>
            </a:r>
            <a:endParaRPr sz="4000" dirty="0"/>
          </a:p>
          <a:p>
            <a:r>
              <a:rPr sz="4000" dirty="0">
                <a:hlinkClick r:id="rId3" action="ppaction://hlinkfile"/>
              </a:rPr>
              <a:t>HCI 2: Application &amp; Evaluation</a:t>
            </a:r>
            <a:endParaRPr sz="4000" dirty="0"/>
          </a:p>
          <a:p>
            <a:r>
              <a:rPr sz="4000" dirty="0">
                <a:hlinkClick r:id="rId4" action="ppaction://hlinkfile"/>
              </a:rPr>
              <a:t>Focus on real-world systems used by students</a:t>
            </a:r>
            <a:endParaRPr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User-Centered Design (UCD)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880" y="2489200"/>
            <a:ext cx="8392160" cy="3530600"/>
          </a:xfrm>
        </p:spPr>
        <p:txBody>
          <a:bodyPr>
            <a:normAutofit/>
          </a:bodyPr>
          <a:lstStyle/>
          <a:p>
            <a:r>
              <a:rPr sz="4400" dirty="0">
                <a:hlinkClick r:id="rId2" action="ppaction://hlinkfile"/>
              </a:rPr>
              <a:t>Understand Users</a:t>
            </a:r>
          </a:p>
          <a:p>
            <a:r>
              <a:rPr sz="4400" dirty="0">
                <a:hlinkClick r:id="rId2" action="ppaction://hlinkfile"/>
              </a:rPr>
              <a:t>Specify Requirements</a:t>
            </a:r>
          </a:p>
          <a:p>
            <a:r>
              <a:rPr sz="4400" dirty="0">
                <a:hlinkClick r:id="rId2" action="ppaction://hlinkfile"/>
              </a:rPr>
              <a:t>Design Solutions</a:t>
            </a:r>
          </a:p>
          <a:p>
            <a:r>
              <a:rPr sz="4400" dirty="0">
                <a:hlinkClick r:id="rId2" action="ppaction://hlinkfile"/>
              </a:rPr>
              <a:t>Evaluate and Improve</a:t>
            </a:r>
            <a:endParaRPr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sz="4800" b="1" dirty="0"/>
              <a:t>Diagram</a:t>
            </a:r>
          </a:p>
        </p:txBody>
      </p:sp>
      <p:pic>
        <p:nvPicPr>
          <p:cNvPr id="1026" name="Picture 2" descr="User centered design process infographic diagram is presentation of 4 ...">
            <a:hlinkClick r:id="rId2" action="ppaction://hlinkfile"/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49"/>
          <a:stretch/>
        </p:blipFill>
        <p:spPr bwMode="auto">
          <a:xfrm>
            <a:off x="233679" y="2062480"/>
            <a:ext cx="8707121" cy="458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14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UPHSD Example: Student Portal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120" y="2489200"/>
            <a:ext cx="8717280" cy="3530600"/>
          </a:xfrm>
        </p:spPr>
        <p:txBody>
          <a:bodyPr>
            <a:normAutofit/>
          </a:bodyPr>
          <a:lstStyle/>
          <a:p>
            <a:r>
              <a:rPr sz="4000" dirty="0">
                <a:hlinkClick r:id="rId2" action="ppaction://hlinkfile"/>
              </a:rPr>
              <a:t>Users: Students, Faculty, Admin</a:t>
            </a:r>
          </a:p>
          <a:p>
            <a:r>
              <a:rPr sz="4000" dirty="0">
                <a:hlinkClick r:id="rId2" action="ppaction://hlinkfile"/>
              </a:rPr>
              <a:t>Tasks: Enrollment, Grades, Clearance</a:t>
            </a:r>
          </a:p>
          <a:p>
            <a:r>
              <a:rPr sz="4000" dirty="0">
                <a:hlinkClick r:id="rId2" action="ppaction://hlinkfile"/>
              </a:rPr>
              <a:t>Common Issues: Navigation, Speed, Accessibility</a:t>
            </a:r>
            <a:endParaRPr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Interaction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102" y="2489200"/>
            <a:ext cx="7893538" cy="3530600"/>
          </a:xfrm>
        </p:spPr>
        <p:txBody>
          <a:bodyPr>
            <a:normAutofit/>
          </a:bodyPr>
          <a:lstStyle/>
          <a:p>
            <a:r>
              <a:rPr sz="3600" dirty="0">
                <a:hlinkClick r:id="rId2" action="ppaction://hlinkfile"/>
              </a:rPr>
              <a:t>Touch &amp; Gesture Interfaces</a:t>
            </a:r>
          </a:p>
          <a:p>
            <a:r>
              <a:rPr sz="3600" dirty="0">
                <a:hlinkClick r:id="rId2" action="ppaction://hlinkfile"/>
              </a:rPr>
              <a:t>Menu &amp; Form-Based Interaction</a:t>
            </a:r>
          </a:p>
          <a:p>
            <a:r>
              <a:rPr sz="3600" dirty="0">
                <a:hlinkClick r:id="rId2" action="ppaction://hlinkfile"/>
              </a:rPr>
              <a:t>Voice &amp; AI Interaction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010" y="572165"/>
            <a:ext cx="6343672" cy="709865"/>
          </a:xfrm>
        </p:spPr>
        <p:txBody>
          <a:bodyPr/>
          <a:lstStyle/>
          <a:p>
            <a:r>
              <a:rPr sz="3600" b="1" dirty="0">
                <a:hlinkClick r:id="rId2" action="ppaction://hlinkfile"/>
              </a:rPr>
              <a:t>Performance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111760" y="1087118"/>
            <a:ext cx="8839200" cy="60631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PH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Activity: Evaluate a System You Use </a:t>
            </a:r>
            <a:endParaRPr lang="en-US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PH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Instructions for Students: </a:t>
            </a:r>
            <a:endParaRPr lang="en-PH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Choose one system you frequently use (LMS, enrollment system, mobile app, school portal) </a:t>
            </a:r>
          </a:p>
          <a:p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Analyze it using the 4 HCI steps: 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Who are the users? 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What are their requirements? </a:t>
            </a:r>
          </a:p>
          <a:p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How is the interface designed? </a:t>
            </a:r>
          </a:p>
          <a:p>
            <a:r>
              <a:rPr lang="en-US" sz="11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problems exist and how can it be improved? </a:t>
            </a:r>
          </a:p>
          <a:p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Propose </a:t>
            </a: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3 improvements </a:t>
            </a:r>
            <a:endParaRPr lang="en-US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1177</TotalTime>
  <Words>206</Words>
  <Application>Microsoft Office PowerPoint</Application>
  <PresentationFormat>On-screen Show (4:3)</PresentationFormat>
  <Paragraphs>36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Calibri</vt:lpstr>
      <vt:lpstr>Century Gothic</vt:lpstr>
      <vt:lpstr>Wingdings 3</vt:lpstr>
      <vt:lpstr>Ion Boardroom</vt:lpstr>
      <vt:lpstr>Human Computer Interaction 2</vt:lpstr>
      <vt:lpstr>Course Outcomes (OBE)</vt:lpstr>
      <vt:lpstr>From HCI 1 to HCI 2</vt:lpstr>
      <vt:lpstr>User-Centered Design (UCD)</vt:lpstr>
      <vt:lpstr>Diagram</vt:lpstr>
      <vt:lpstr>UPHSD Example: Student Portal</vt:lpstr>
      <vt:lpstr>Advanced Interaction Design</vt:lpstr>
      <vt:lpstr>Performance Task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Computer Interaction 2</dc:title>
  <dc:subject/>
  <dc:creator>Fe Antonio</dc:creator>
  <cp:keywords/>
  <dc:description>generated using python-pptx</dc:description>
  <cp:lastModifiedBy>Fe Antonio</cp:lastModifiedBy>
  <cp:revision>12</cp:revision>
  <dcterms:created xsi:type="dcterms:W3CDTF">2013-01-27T09:14:16Z</dcterms:created>
  <dcterms:modified xsi:type="dcterms:W3CDTF">2026-01-12T10:59:14Z</dcterms:modified>
  <cp:category/>
</cp:coreProperties>
</file>